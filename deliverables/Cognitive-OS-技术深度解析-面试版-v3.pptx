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376c6d84384aa5" /><Relationship Type="http://schemas.openxmlformats.org/officeDocument/2006/relationships/extended-properties" Target="/docProps/app.xml" Id="Rf01e98f7dd664afb" /><Relationship Type="http://schemas.openxmlformats.org/officeDocument/2006/relationships/officeDocument" Target="/ppt/presentation.xml" Id="Rf8ea5f6ab9f941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efdf527f714205"/>
  </p:sldMasterIdLst>
  <p:notesMasterIdLst>
    <p:notesMasterId xmlns:r="http://schemas.openxmlformats.org/officeDocument/2006/relationships" r:id="Ra1dd16f4ad8f42fc"/>
  </p:notesMasterIdLst>
  <p:sldIdLst>
    <p:sldId xmlns:r="http://schemas.openxmlformats.org/officeDocument/2006/relationships" id="256" r:id="Rc39600e874864e64"/>
    <p:sldId xmlns:r="http://schemas.openxmlformats.org/officeDocument/2006/relationships" id="257" r:id="R0bd47d0f066b4c11"/>
    <p:sldId xmlns:r="http://schemas.openxmlformats.org/officeDocument/2006/relationships" id="258" r:id="Rd2d62a2e3b7c464a"/>
    <p:sldId xmlns:r="http://schemas.openxmlformats.org/officeDocument/2006/relationships" id="259" r:id="R274de96ab9df4852"/>
    <p:sldId xmlns:r="http://schemas.openxmlformats.org/officeDocument/2006/relationships" id="260" r:id="Re09a00f2441343f4"/>
    <p:sldId xmlns:r="http://schemas.openxmlformats.org/officeDocument/2006/relationships" id="261" r:id="Ra24c3dcb5bfa426c"/>
    <p:sldId xmlns:r="http://schemas.openxmlformats.org/officeDocument/2006/relationships" id="262" r:id="R5b80a48177a845e3"/>
    <p:sldId xmlns:r="http://schemas.openxmlformats.org/officeDocument/2006/relationships" id="263" r:id="R8b56015105cf480f"/>
    <p:sldId xmlns:r="http://schemas.openxmlformats.org/officeDocument/2006/relationships" id="264" r:id="R6903ad01f22644c4"/>
    <p:sldId xmlns:r="http://schemas.openxmlformats.org/officeDocument/2006/relationships" id="265" r:id="R19f50e771c734ce8"/>
    <p:sldId xmlns:r="http://schemas.openxmlformats.org/officeDocument/2006/relationships" id="266" r:id="R439f185fdceb4666"/>
    <p:sldId xmlns:r="http://schemas.openxmlformats.org/officeDocument/2006/relationships" id="267" r:id="R2ec0f992830842fb"/>
    <p:sldId xmlns:r="http://schemas.openxmlformats.org/officeDocument/2006/relationships" id="268" r:id="R37c16e248fc34035"/>
    <p:sldId xmlns:r="http://schemas.openxmlformats.org/officeDocument/2006/relationships" id="269" r:id="R975f7fd1a36b4000"/>
    <p:sldId xmlns:r="http://schemas.openxmlformats.org/officeDocument/2006/relationships" id="270" r:id="R02b203936b844c7b"/>
    <p:sldId xmlns:r="http://schemas.openxmlformats.org/officeDocument/2006/relationships" id="271" r:id="R96de893e22974781"/>
    <p:sldId xmlns:r="http://schemas.openxmlformats.org/officeDocument/2006/relationships" id="272" r:id="R6bf56290ae6d4ded"/>
    <p:sldId xmlns:r="http://schemas.openxmlformats.org/officeDocument/2006/relationships" id="273" r:id="Rf18ffe8d7f4d43d2"/>
    <p:sldId xmlns:r="http://schemas.openxmlformats.org/officeDocument/2006/relationships" id="274" r:id="R41db9861d7a84aeb"/>
    <p:sldId xmlns:r="http://schemas.openxmlformats.org/officeDocument/2006/relationships" id="275" r:id="R55fc4a11529840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38754323194702" /><Relationship Type="http://schemas.openxmlformats.org/officeDocument/2006/relationships/slideMaster" Target="/ppt/slideMasters/slideMaster1.xml" Id="R89efdf527f714205" /><Relationship Type="http://schemas.openxmlformats.org/officeDocument/2006/relationships/notesMaster" Target="/ppt/notesMasters/notesMaster1.xml" Id="Ra1dd16f4ad8f42fc" /><Relationship Type="http://schemas.openxmlformats.org/officeDocument/2006/relationships/presProps" Target="/ppt/presProps.xml" Id="R95f72209291e4f99" /><Relationship Type="http://schemas.openxmlformats.org/officeDocument/2006/relationships/tableStyles" Target="/ppt/tableStyles.xml" Id="Ra1f068da4b91406d" /><Relationship Type="http://schemas.openxmlformats.org/officeDocument/2006/relationships/slide" Target="/ppt/slides/slide1.xml" Id="Rc39600e874864e64" /><Relationship Type="http://schemas.openxmlformats.org/officeDocument/2006/relationships/slide" Target="/ppt/slides/slide2.xml" Id="R0bd47d0f066b4c11" /><Relationship Type="http://schemas.openxmlformats.org/officeDocument/2006/relationships/slide" Target="/ppt/slides/slide3.xml" Id="Rd2d62a2e3b7c464a" /><Relationship Type="http://schemas.openxmlformats.org/officeDocument/2006/relationships/slide" Target="/ppt/slides/slide4.xml" Id="R274de96ab9df4852" /><Relationship Type="http://schemas.openxmlformats.org/officeDocument/2006/relationships/slide" Target="/ppt/slides/slide5.xml" Id="Re09a00f2441343f4" /><Relationship Type="http://schemas.openxmlformats.org/officeDocument/2006/relationships/slide" Target="/ppt/slides/slide6.xml" Id="Ra24c3dcb5bfa426c" /><Relationship Type="http://schemas.openxmlformats.org/officeDocument/2006/relationships/slide" Target="/ppt/slides/slide7.xml" Id="R5b80a48177a845e3" /><Relationship Type="http://schemas.openxmlformats.org/officeDocument/2006/relationships/slide" Target="/ppt/slides/slide8.xml" Id="R8b56015105cf480f" /><Relationship Type="http://schemas.openxmlformats.org/officeDocument/2006/relationships/slide" Target="/ppt/slides/slide9.xml" Id="R6903ad01f22644c4" /><Relationship Type="http://schemas.openxmlformats.org/officeDocument/2006/relationships/slide" Target="/ppt/slides/slide10.xml" Id="R19f50e771c734ce8" /><Relationship Type="http://schemas.openxmlformats.org/officeDocument/2006/relationships/slide" Target="/ppt/slides/slide11.xml" Id="R439f185fdceb4666" /><Relationship Type="http://schemas.openxmlformats.org/officeDocument/2006/relationships/slide" Target="/ppt/slides/slide12.xml" Id="R2ec0f992830842fb" /><Relationship Type="http://schemas.openxmlformats.org/officeDocument/2006/relationships/slide" Target="/ppt/slides/slide13.xml" Id="R37c16e248fc34035" /><Relationship Type="http://schemas.openxmlformats.org/officeDocument/2006/relationships/slide" Target="/ppt/slides/slide14.xml" Id="R975f7fd1a36b4000" /><Relationship Type="http://schemas.openxmlformats.org/officeDocument/2006/relationships/slide" Target="/ppt/slides/slide15.xml" Id="R02b203936b844c7b" /><Relationship Type="http://schemas.openxmlformats.org/officeDocument/2006/relationships/slide" Target="/ppt/slides/slide16.xml" Id="R96de893e22974781" /><Relationship Type="http://schemas.openxmlformats.org/officeDocument/2006/relationships/slide" Target="/ppt/slides/slide17.xml" Id="R6bf56290ae6d4ded" /><Relationship Type="http://schemas.openxmlformats.org/officeDocument/2006/relationships/slide" Target="/ppt/slides/slide18.xml" Id="Rf18ffe8d7f4d43d2" /><Relationship Type="http://schemas.openxmlformats.org/officeDocument/2006/relationships/slide" Target="/ppt/slides/slide19.xml" Id="R41db9861d7a84aeb" /><Relationship Type="http://schemas.openxmlformats.org/officeDocument/2006/relationships/slide" Target="/ppt/slides/slide20.xml" Id="R55fc4a11529840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eda3b5d6f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dd1213defb4451" /><Relationship Type="http://schemas.openxmlformats.org/officeDocument/2006/relationships/notesMaster" Target="/ppt/notesMasters/notesMaster1.xml" Id="R7f5cefaee22b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55fbcb2c3f434d" /><Relationship Type="http://schemas.openxmlformats.org/officeDocument/2006/relationships/notesMaster" Target="/ppt/notesMasters/notesMaster1.xml" Id="R591e8c62c6dc40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428d67bdc0438d" /><Relationship Type="http://schemas.openxmlformats.org/officeDocument/2006/relationships/notesMaster" Target="/ppt/notesMasters/notesMaster1.xml" Id="Rdb425fa282d6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06edceb914804" /><Relationship Type="http://schemas.openxmlformats.org/officeDocument/2006/relationships/notesMaster" Target="/ppt/notesMasters/notesMaster1.xml" Id="R4b0939229f6749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09ec8ce0d54c55" /><Relationship Type="http://schemas.openxmlformats.org/officeDocument/2006/relationships/notesMaster" Target="/ppt/notesMasters/notesMaster1.xml" Id="Rb7250e669a604d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1eded813f4af1" /><Relationship Type="http://schemas.openxmlformats.org/officeDocument/2006/relationships/notesMaster" Target="/ppt/notesMasters/notesMaster1.xml" Id="Rfa47aaa85e9249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2846d9804d407b" /><Relationship Type="http://schemas.openxmlformats.org/officeDocument/2006/relationships/notesMaster" Target="/ppt/notesMasters/notesMaster1.xml" Id="Rd473fb12efb642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7730105a234f27" /><Relationship Type="http://schemas.openxmlformats.org/officeDocument/2006/relationships/notesMaster" Target="/ppt/notesMasters/notesMaster1.xml" Id="R1f9a70cc978740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bcf83cc1c46d8" /><Relationship Type="http://schemas.openxmlformats.org/officeDocument/2006/relationships/notesMaster" Target="/ppt/notesMasters/notesMaster1.xml" Id="R86ee5466813943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e6f5d11da46a5" /><Relationship Type="http://schemas.openxmlformats.org/officeDocument/2006/relationships/notesMaster" Target="/ppt/notesMasters/notesMaster1.xml" Id="R5c730a95c16f43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b514270a274d04" /><Relationship Type="http://schemas.openxmlformats.org/officeDocument/2006/relationships/notesMaster" Target="/ppt/notesMasters/notesMaster1.xml" Id="R60d27456fb924e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15697317ab432d" /><Relationship Type="http://schemas.openxmlformats.org/officeDocument/2006/relationships/notesMaster" Target="/ppt/notesMasters/notesMaster1.xml" Id="R6f7ebeb799304b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879cbd8654846" /><Relationship Type="http://schemas.openxmlformats.org/officeDocument/2006/relationships/notesMaster" Target="/ppt/notesMasters/notesMaster1.xml" Id="R8747f0c16ada48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e30fceb7244f54" /><Relationship Type="http://schemas.openxmlformats.org/officeDocument/2006/relationships/notesMaster" Target="/ppt/notesMasters/notesMaster1.xml" Id="R8a39a0cd87864e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3e3ab355724f9d" /><Relationship Type="http://schemas.openxmlformats.org/officeDocument/2006/relationships/notesMaster" Target="/ppt/notesMasters/notesMaster1.xml" Id="R405b2e1dcb2e49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7ccf6d1d5645bf" /><Relationship Type="http://schemas.openxmlformats.org/officeDocument/2006/relationships/notesMaster" Target="/ppt/notesMasters/notesMaster1.xml" Id="Rce372ec8755f4f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cc4f39d14f48f1" /><Relationship Type="http://schemas.openxmlformats.org/officeDocument/2006/relationships/notesMaster" Target="/ppt/notesMasters/notesMaster1.xml" Id="Rf3d20135e6af41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2cd535162d46dd" /><Relationship Type="http://schemas.openxmlformats.org/officeDocument/2006/relationships/notesMaster" Target="/ppt/notesMasters/notesMaster1.xml" Id="Ra2d316fc06d8427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81cfdfd3a04e69" /><Relationship Type="http://schemas.openxmlformats.org/officeDocument/2006/relationships/notesMaster" Target="/ppt/notesMasters/notesMaster1.xml" Id="Rb0586ea9e14448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f01fcffcb54143" /><Relationship Type="http://schemas.openxmlformats.org/officeDocument/2006/relationships/notesMaster" Target="/ppt/notesMasters/notesMaster1.xml" Id="Rf5e9ea76c6f24b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开场建议：用 90 秒说明项目定位，然后按一次任务的完整执行路径讲架构。此稿区分代码现状与设计目标。源码：backend/README.md；backend/docs/COGNITIVE_OS_DETAILED_DESIGN_V3.1.md §37。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秒讲法：普通 Agent 容易把状态、权限、重试和恢复都混入提示词。本项目把确定性控制放在 C11 运行时：事件和调度驱动任务，LLM 负责语义推理，工具执行经过策略与事务。重点不是自研模型，而是让长任务有生命周期、可观测和可恢复。来源：backend/README.md Architecture；设计文档 §2、§37。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讲解时从用户请求向下走。User Layer 提供 CLI/Web/HTTP；Runtime Kernel 管理调度、状态和策略；Service Layer 负责 reasoning、memory/context；Action 与 transaction 控制副作用；OS abstraction 处理跨平台。LLM 是可替换适配器。来源：backend/README.md Architecture；backend/src 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POST /v1/tasks 或 CLI 输入开始。任务进入 scheduler，再由 reasoning 的状态机执行理解、推理、计划、行动、验证、学习。工具调用经 policy 与 transaction；进度被写入任务对象和 trace；终态才有共享记忆提交。讲解重点是每一步都能定位到模块。来源：backend/src/api/api_rest.c；backend/src/runtime/scheduler.c；backend/src/cognition/reasoning.c。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优先级最小堆按 priority、id 排序，入队和出队 O(log n)。worker 第一次取到 task 才懒创建协程，避免为每个排队任务分配栈。协程在自己的 owner worker 恢复，因为 ucontext/Fiber 状态有线程亲和性。调度支持取消、超时和 max_active 背压。限制：协作式让出，阻塞系统调用依然占据 worker。来源：backend/src/runtime/scheduler.c；backend/README.md Concurrency model 和 Execution capacity。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不要把轮数解释为“思考强度”。一次 round 是完整状态机：RECEIVE、UNDERSTAND、REASON、PLAN、ACT、VERIFY、LEARN。模型给出工具计划才继续执行；纯文本答案或预算耗尽会结束。连续阶段失败有熔断，重复工具失败不会伪装为完成。用户在界面选择的深度思考会影响配置，但“第 5 轮”是 agent loop 轮次。来源：backend/src/cognition/reasoning.c；backend/src/runtime/state_machine.c。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同一会话 in_run 保证串行，不同会话可占不同 lane 并发。运行中用户消息进入 task 消息队列；轮次边界领取消息，保留真实完成的观察，丢弃未执行计划，重置计划预算并重新规划。最后用 task_close_messages 与消息接收线性化，避免在终态竞态下漏掉补充消息。来源：backend/src/cognition/reasoning.c 约 2440–2620、2819 行；backend/src/runtime/task.c。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 vtable 接口承接 mock、OpenAI-compatible 和 Anthropic 适配器；两个真实协议都支持非流式和 SSE。router 可选择 provider。系统记录模型调用次数、耗时、输入输出 token，并在进度事件中区分等待模型与执行工具。模型失败会受到轮次和连续失败熔断约束。注意 Linux README 提醒某些真实 HTTPS 场景需代理，此处不宣称所有 provider 都原生直连。来源：backend/src/llm/{llm,openai,anthropic,sse,router}.c；backend/src/cognition/reasoning.c；backend/README.md LLM providers。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记忆库负责事实、经验、图谱和向量等持久知识；Context MMU 负责本次模型调用加载什么。L0/L1/L2 是表示粒度，HOT/WARM/COLD 是驻留状态，两轴不可混淆。promotion.c 以重要性、置信度、结果、显著性做确定性评分；缺少证据时默认上限低于晋升阈值。来源：backend/src/memory/*；backend/src/context/mmu.c；backend/src/memory/promotion.c；设计文档 §8。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代码明确禁止把 in-flight prompt 放进共享检索，防止另一个会话检索并继续未完成任务。只有 task_close_messages 成功、任务真正终态成功后，才写入共享记忆。会话历史与运行中的更新分别维护；全局共享开关在每次读写检查。限制：共享记忆是可选运行时策略，仍需进一步验证长期整合质量。来源：backend/src/cognition/reasoning.c 约 2500、1696、1715、2819、2908 行；backend/docs/COGNITIVE_OS_DETAILED_DESIGN_V3.1.md §37。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工具写入前，tx_run 提取 path/files 并做快照捕获；执行后验证所有动作，成功 commit，失败 restore pending。snapshot 模块保存内容块和 manifest，并支持按快照、按文件恢复。关键边界：Git 管理工作区会跳过自动文件快照，外部副作用也无法由文件 COW 完整回滚，因此不是通用 ACID 事务。来源：backend/src/tx/tx.c；backend/src/snapshot/{snapshot,cow}.c；backend/README.md。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tool_registry 统一执行 file/shell/git/ssh/mcp/skill。policy engine 支持 allow/deny/ask 与风险判断；API 若设置 auth.key，/v1/* 必须附 Bearer token。默认绑定 loopback，远程暴露需代理和 TLS。安全设计文档中的托管密钥库与 opaque credential broker 尚未完成，因此只说已做选定边界上的检测和脱敏。来源：backend/src/action/tools.c；backend/src/runtime/policy_engine.c；backend/src/api/auth.c；backend/README.md Auth；backend/docs/COGNITIVE_OS_SECRET_SECURITY_DDD_V1.0.md。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从 state/skills 加载本地 SKILL.md；MCP 配置从 state/mcp 读取 JSON，可用 stdio 或 HTTP；插件支持原生动态装载与 wasm3 运行。SSH 支持命名环境，配置主机、用户、端口、身份文件、跳板机；密码登录通过本机 OpenSSH askpass 与短时本地秘密文件，密码不放 ssh 命令行。注意 SSH 依赖本机 OpenSSH，并非项目自写完整协议栈。来源：backend/README.md Local Skills and MCP、SSH environments；backend/src/action/*；backend/src/plugin_runtime/*。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进度快照展示 round、当前阶段、模型等待、工具调用及耗时。task.c 的 trace 只收集结构化摘要，刻意不存 planner 原文和工具参数/输出，降低泄密风险；infra/trace.c 是有界线程安全 span ring；audit JSONL 和 task journal 提供持久追溯。区分用户可见状态、内部诊断轨迹和敏感原始内容。来源：backend/src/cognition/reasoning.c progress_emit；backend/src/runtime/task.c task_trace_add；backend/src/infra/{trace,audit}.c；backend/src/runtime/tasklog.c；backend/src/api/api_rest.c。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abstraction 为线程、协程、文件、进程、socket、HTTP 和时间提供统一接口。Windows 协程使用 Fiber，HTTP 使用 WinHTTP；POSIX 协程使用 ucontext，Linux/macOS 各有 HTTP 实现。Zig cc 作为便携 C 编译工具链；CI 覆盖 Windows、Linux、Linux ASAN、macOS Apple Silicon 和 Intel。来源：backend/src/os；backend/README.md Build 和 Layout；GitHub Actions run 36324750274。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 2026-09-27，本地 Windows unit 2428/0、scenario 91/0、adapter 与 e2e 通过；Windows instrumented unit 的 first-party function coverage 1190/1248=95.4%，api_rest.c 132/137=96.4%。这不是行/分支覆盖率，也不能代表生产场景。CI run 36324750274 跨平台成功。来源：backend/README.md Tests；backend/docs/COGNITIVE_OS_DETAILED_DESIGN_V3.1.md §37.1；https://github.com/LeonQin-ai/cognitive-os-agent/actions/runs/36324750274。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 REST 的 50/137 是函数测试缺口，不等于 87 个接口未实现。新增真实 socket HTTP 合约测试后到 132/137，随之发现：task journal 未正确读取 query limit；Windows 快照路径 JSON 转义不正确；cron 错误响应非法 JSON；IM 两条路径存在 use-after-free；state GET 转义与泄漏问题；installer 缺少鉴权。面试中强调“测行为”而非只数 handler。来源：backend/tests/test_all.c test_http_api_contracts / test_http_install_auth；backend/src/api/api_rest.c；commit 16a4f5a。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这是面试加分项：主动区分 MVP 与路线图。设计文档 §37 说明分布式企业控制平面、HA、跨节点恢复、WSL/VM/KVM、迁移和 GPU-aware scheduling 仍部分实现。安全文档 P0 的加密托管密钥库和 opaque broker 未实现。事务对 Git 与外部副作用有边界；Memory OS 的生产规模和 SLO 尚未充分验证。来源：backend/docs/COGNITIVE_OS_DETAILED_DESIGN_V3.1.md §37.1；backend/src/tx/tx.c。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可按 README 启动 mock provider 的 CLI 或 HTTP 服务。建议演示：1）运行 mock 任务并观察进度；2）对同一 task 发 messages 更新要求；3）查询任务和 trace；4）尝试未授权接口，展示 auth；5）查看 snapshot/list 与回滚，仅在非 Git 测试目录演示文件 COW。不要现场输入真实密码或 API key。命令根据本机可执行文件实际路径调整。来源：backend/README.md Usage、Auth、Tests；backend/src/api/api_rest.c。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问一：为什么选 C11？答：运行时靠近 OS 原语，便携且依赖少；代价是所有权和内存安全需审计、ASAN 与严密测试。问二：为什么 M:N 不解决所有阻塞？答：协程仅在显式让出时调度，阻塞 I/O 占 worker。问三：事务能保证所有副作用吗？答：只覆盖受控文件目标；Git 跳过 COW，远端副作用要幂等与补偿。问四：如何避免跨会话误执行？答：每会话串行、消息重规划与终态共享提交。问五：96.4% 意味什么？答：Windows 单元函数覆盖，不是生产可靠性或分支覆盖。来源：本稿各源码引用。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3049523d1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ae46b71e14aef" /><Relationship Type="http://schemas.openxmlformats.org/officeDocument/2006/relationships/slideLayout" Target="/ppt/slideLayouts/slideLayout1.xml" Id="Rc6d0307a362e4f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0307a362e4f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236af52f744c27" /><Relationship Type="http://schemas.openxmlformats.org/officeDocument/2006/relationships/notesSlide" Target="/ppt/notesSlides/notesSlide1.xml" Id="Rcd37b1c8d9014a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4a6f6fe664c4f" /><Relationship Type="http://schemas.openxmlformats.org/officeDocument/2006/relationships/notesSlide" Target="/ppt/notesSlides/notesSlide2.xml" Id="R69443be346044b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ced7c6d1a434b" /><Relationship Type="http://schemas.openxmlformats.org/officeDocument/2006/relationships/notesSlide" Target="/ppt/notesSlides/notesSlide3.xml" Id="R2029afce9635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0dc16aaa64d00" /><Relationship Type="http://schemas.openxmlformats.org/officeDocument/2006/relationships/notesSlide" Target="/ppt/notesSlides/notesSlide4.xml" Id="R78f92222c3a945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a4170f8c4670" /><Relationship Type="http://schemas.openxmlformats.org/officeDocument/2006/relationships/notesSlide" Target="/ppt/notesSlides/notesSlide5.xml" Id="Rcb7b19b1798444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aed9537ea40a1" /><Relationship Type="http://schemas.openxmlformats.org/officeDocument/2006/relationships/notesSlide" Target="/ppt/notesSlides/notesSlide6.xml" Id="Rd040d5746b794e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a06693a6a4f50" /><Relationship Type="http://schemas.openxmlformats.org/officeDocument/2006/relationships/notesSlide" Target="/ppt/notesSlides/notesSlide7.xml" Id="R5ab86cecec1846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66a3109cc4405" /><Relationship Type="http://schemas.openxmlformats.org/officeDocument/2006/relationships/notesSlide" Target="/ppt/notesSlides/notesSlide8.xml" Id="R9173e38c4ba749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71e0c95e647d5" /><Relationship Type="http://schemas.openxmlformats.org/officeDocument/2006/relationships/notesSlide" Target="/ppt/notesSlides/notesSlide9.xml" Id="R569f6cab8d7944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b1ce9c34947fa" /><Relationship Type="http://schemas.openxmlformats.org/officeDocument/2006/relationships/notesSlide" Target="/ppt/notesSlides/notesSlide10.xml" Id="Rfa78a3aebab74b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f848ef7b84bcf" /><Relationship Type="http://schemas.openxmlformats.org/officeDocument/2006/relationships/notesSlide" Target="/ppt/notesSlides/notesSlide11.xml" Id="Ra664b3000a4743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b903961a94361" /><Relationship Type="http://schemas.openxmlformats.org/officeDocument/2006/relationships/notesSlide" Target="/ppt/notesSlides/notesSlide12.xml" Id="Re8f0e75bb63940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16f4f9cd7489b" /><Relationship Type="http://schemas.openxmlformats.org/officeDocument/2006/relationships/notesSlide" Target="/ppt/notesSlides/notesSlide13.xml" Id="R1d6b4974d6134b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720cfa87c4166" /><Relationship Type="http://schemas.openxmlformats.org/officeDocument/2006/relationships/notesSlide" Target="/ppt/notesSlides/notesSlide14.xml" Id="Reca6d7215e3444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18319dca460d" /><Relationship Type="http://schemas.openxmlformats.org/officeDocument/2006/relationships/notesSlide" Target="/ppt/notesSlides/notesSlide15.xml" Id="Rc531df6d753441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c2c9003345db" /><Relationship Type="http://schemas.openxmlformats.org/officeDocument/2006/relationships/notesSlide" Target="/ppt/notesSlides/notesSlide16.xml" Id="R5f8d79fcb16e47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d8ea2f4384945" /><Relationship Type="http://schemas.openxmlformats.org/officeDocument/2006/relationships/notesSlide" Target="/ppt/notesSlides/notesSlide17.xml" Id="R4681495807a64a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0f59883c241a0" /><Relationship Type="http://schemas.openxmlformats.org/officeDocument/2006/relationships/notesSlide" Target="/ppt/notesSlides/notesSlide18.xml" Id="R0a60299b9fe442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807aca15d4447" /><Relationship Type="http://schemas.openxmlformats.org/officeDocument/2006/relationships/notesSlide" Target="/ppt/notesSlides/notesSlide19.xml" Id="R7073d45054f44e7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acb6ad5142a1" /><Relationship Type="http://schemas.openxmlformats.org/officeDocument/2006/relationships/notesSlide" Target="/ppt/notesSlides/notesSlide20.xml" Id="R10c4c7cb467a4c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969D3-B79D-48EE-A98A-F3D9B8AA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1B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1B4FF"/>
                </a:solidFill>
                <a:latin typeface="Microsoft YaHei"/>
                <a:ea typeface="Microsoft YaHei"/>
                <a:cs typeface="Microsoft YaHei"/>
              </a:rPr>
              <a:t>COGNITIVE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B504-D8CD-45D3-925E-3A2FC65C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Runtime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技术深度解析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22EC8-7B75-41A9-A2C3-214FFC4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7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5F4"/>
                </a:solidFill>
                <a:latin typeface="Microsoft YaHei"/>
                <a:ea typeface="Microsoft YaHei"/>
                <a:cs typeface="Microsoft YaHei"/>
              </a:rPr>
              <a:t>面试讲解版  ·  以 C11 实现的可观测、可恢复 Agent 运行时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A3236-AC5D-4671-9756-9865F5D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基于仓库 main · 2026-09-27</a:t>
            </a:r>
          </a:p>
        </p:txBody>
      </p:sp>
    </p:spTree>
    <p:extLst>
      <p:ext uri="{BB962C8B-B14F-4D97-AF65-F5344CB8AC3E}">
        <p14:creationId xmlns:p14="http://schemas.microsoft.com/office/powerpoint/2010/main" val="1029093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EE236-CB60-432E-950E-BFA40722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01 / WHY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B9CC8-7109-4056-9251-7C22031D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项目定位：把控制权交给运行时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58D3A-E424-4210-88A3-5DA566B2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BF145-D0D0-4330-A2BB-D4F57AD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常见 Agent 循环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2CEC0-C227-4B8A-9D38-B69D335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6958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Prompt → Model → Tool →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86CCD-2131-47E6-8CD6-ADF1709D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长任务的缺口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50B8C-A97A-49CB-96F9-349ADB2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495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状态漂移、权限靠提示词、失败难回滚、会话互相污染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6324C-ADEF-4FE1-BCA4-A6BF7D3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Cognitive OS 的回答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FEDF4-09F2-4CD7-95A5-3743058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运行时管理任务状态、调度、记忆、策略与执行边界。模型只提供推理能力。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09EE2-16A8-46E0-9B1B-B3BC5B91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53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核心原则：LLM 是加速器，不是控制中心</a:t>
            </a:r>
          </a:p>
        </p:txBody>
      </p:sp>
    </p:spTree>
    <p:extLst>
      <p:ext uri="{BB962C8B-B14F-4D97-AF65-F5344CB8AC3E}">
        <p14:creationId xmlns:p14="http://schemas.microsoft.com/office/powerpoint/2010/main" val="287119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2FE95-D3A5-46F3-B3C7-56BC33D4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A677E-7F50-41B9-A5CD-D7178F60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分层架构与依赖方向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C61FB-A790-4FDA-A428-4B9E0C9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C3677-DA67-4F0E-9A22-0B97658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用户入口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4BACB-5649-4EE7-B07B-429E92DA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8097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CLI / Web UI / REST API / WebSocket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94B34-0374-4447-AEA1-98A00AF6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运行时内核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EA51C-3224-43F3-8CE2-C991F7BE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050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事件总线 · M:N 调度器 · 状态机 · 策略引擎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B9905-0B7C-4417-BEFF-32075EDB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认知服务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00F41-77E6-41AC-9FE0-21E06D60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2004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Reasoning / Memory / Context MMU /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0670E-8421-460C-A360-885FA7A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能力执行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7FA8D-BB45-41AB-AE73-045FEE3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9572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Tools / Skills / MCP / Plugins / SSH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9D697-580C-41DC-8C7F-C50DAC1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可靠性层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5BFFB-E82B-4C00-8B53-4DED478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5910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Transaction / COW Snapshot / Audit /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965B6-72E9-4517-BE78-3A94697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系统适配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89362-1EC9-4C61-A32A-BD7464AE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86375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线程 · 协程 · 文件 · 进程 · 网络 · 时间</a:t>
            </a:r>
          </a:p>
        </p:txBody>
      </p:sp>
    </p:spTree>
    <p:extLst>
      <p:ext uri="{BB962C8B-B14F-4D97-AF65-F5344CB8AC3E}">
        <p14:creationId xmlns:p14="http://schemas.microsoft.com/office/powerpoint/2010/main" val="1403676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A4019-6017-44B4-9094-C0A2B08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03 / REQUEST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5AF0-BD4E-4DF5-A70E-A78C279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一次任务的真实执行路径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93036-ABA9-4271-98EB-4963C8A8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50180-48F1-476B-A99A-249F115D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47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01 受理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0A6B4-D823-4661-8FC3-00987E03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478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HTTP / CLI 创建 task，分配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252A1-616D-4B36-9376-82E639D2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67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02 排队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20452-A4E7-42CB-AA45-1897DD2F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优先级堆；容量上限触发 429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87519-7AC2-4F28-AC8E-456A25C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86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03 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349C3-9783-460B-A561-E311A918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构建上下文，选择模型，生成计划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6B391-EC49-43D7-8125-F0FD0AC3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053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04 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75B64-3D37-469F-845C-69AF060D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0530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策略校验，事务内运行工具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CCF63-11DE-40AE-B416-994C15E9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05 收尾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738A9-49C9-4D3C-96B7-F6905B08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验证结果，提交或回滚，记录轨迹</a:t>
            </a:r>
          </a:p>
        </p:txBody>
      </p:sp>
    </p:spTree>
    <p:extLst>
      <p:ext uri="{BB962C8B-B14F-4D97-AF65-F5344CB8AC3E}">
        <p14:creationId xmlns:p14="http://schemas.microsoft.com/office/powerpoint/2010/main" val="1835425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7C2E-0C99-4741-AB77-8AC91DB3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04 / SCHEDULER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69135-6DF6-4BAC-9AF4-1A44CC9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M:N 调度：逻辑任务映射到工作线程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8310E-BA5E-4973-A3FB-99413546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9C6BA-E62A-4838-8628-EE05A09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实现机制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CD061-E467-48C9-B428-FE0DFDC2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优先级堆：priority、id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首次执行才创建协程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让出后回到原 worker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任务活跃数受 max_active 约束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6ADC9-6A23-4DD1-98BF-E75F378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为什么这样设计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05667-4A1A-43C9-9549-E193D160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4667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比每任务一个系统线程更轻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有明确的取消与超时检查点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队列满时拒绝新任务，返回 429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阻塞 I/O 仍需后续优化</a:t>
            </a:r>
          </a:p>
        </p:txBody>
      </p:sp>
    </p:spTree>
    <p:extLst>
      <p:ext uri="{BB962C8B-B14F-4D97-AF65-F5344CB8AC3E}">
        <p14:creationId xmlns:p14="http://schemas.microsoft.com/office/powerpoint/2010/main" val="1874822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C2400-E401-4A75-89DF-2EBED4AD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05 / AGENT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D63E4-3993-4E34-A754-F1E4DBF8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Reasoning：有边界的多轮状态机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8603-502E-434C-98C5-D3EC663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132F-2757-47FB-8FFA-AE728523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每轮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FC0BA-1720-4EF0-B708-13947D9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理解 → 推理 → 计划 → 行动 → 验证 → 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434EA-B737-440C-A407-D3BFD96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终止条件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BAA91-06B3-42BD-96C6-494AE4EF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10334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模型给出最终文本；任务取消/超时；轮次预算用尽；重复失败熔断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5E53C-1F4E-4838-838F-55AAACD5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面试要点：轮数是执行循环，不等于“思考模式”</a:t>
            </a:r>
          </a:p>
        </p:txBody>
      </p:sp>
    </p:spTree>
    <p:extLst>
      <p:ext uri="{BB962C8B-B14F-4D97-AF65-F5344CB8AC3E}">
        <p14:creationId xmlns:p14="http://schemas.microsoft.com/office/powerpoint/2010/main" val="1998031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6622E-C687-4655-8CC5-17842BFD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06 /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755A0-84AF-42E4-B55C-2A6E5E71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执行中补充要求：会话内重规划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D875-2877-441B-89B2-08F2CB8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EC734-EC63-42E5-AF0E-5BED966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同一会话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E05DA-DD7C-4747-81D2-BC317DD6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一次只运行一个任务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新消息进入当前 task 队列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下一轮并入最新用户要求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重新规划剩余步骤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87C03-7526-431D-A5C5-F5AA581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跨会话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F79B7-C233-4333-8E9A-77A1E1EA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2225"/>
            <a:ext cx="4838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不同 lane 可以并发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历史和上下文分别维护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完成之前不发布共享任务内容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终态关闭消息队列</a:t>
            </a:r>
          </a:p>
        </p:txBody>
      </p:sp>
    </p:spTree>
    <p:extLst>
      <p:ext uri="{BB962C8B-B14F-4D97-AF65-F5344CB8AC3E}">
        <p14:creationId xmlns:p14="http://schemas.microsoft.com/office/powerpoint/2010/main" val="783625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C832E-782A-4798-9944-AE6DA13F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07 / MODEL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0191E-6630-4346-9698-1DC371E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LLM Bridge：模型是可替换计算提供方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FDE11-574E-4132-885F-10E7D32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A2C79-C2E1-4C8D-8AAC-1132A24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统一调用面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F51CD-4727-426C-A797-66801F95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Mock  /  OpenAI-compatible  /  Anthropic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E544D-D052-47EB-93BE-C6DD58C5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运行时掌控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63A38-DA7B-4370-BFF2-DBB7800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路由选择、SSE 解析、token 记账、等待耗时、失败熔断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85F2A-A226-4D97-B4CD-7970241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取舍：适配层扩展 provider；调度与策略不依赖某个模型</a:t>
            </a:r>
          </a:p>
        </p:txBody>
      </p:sp>
    </p:spTree>
    <p:extLst>
      <p:ext uri="{BB962C8B-B14F-4D97-AF65-F5344CB8AC3E}">
        <p14:creationId xmlns:p14="http://schemas.microsoft.com/office/powerpoint/2010/main" val="1050298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42E31-E94B-4C41-8637-7F553C7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08 /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EC53D-CF03-4AE8-BCE0-F98EADA1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Memory OS 与 Context MMU 是两件事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F618F-F1ED-4C27-B51A-75D843B5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2BA99-76E2-4204-928E-984B6E7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Memory OS：存什么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6BA4D-E916-47D9-99E0-D1939862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工作记忆：当前任务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长期记忆：事实与经验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候选经验需证据和评分才能晋升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记录可处于 provisional / trusted /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5AFF4-7CED-45A5-8AED-F7960D8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Context MMU：现在读什么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628F3-DF45-4076-A12F-9EC4558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L0：摘要；L1：概览；L2：细节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HOT/WARM/COLD：驻留状态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按预算分层加载与淘汰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减少无关上下文进入模型</a:t>
            </a:r>
          </a:p>
        </p:txBody>
      </p:sp>
    </p:spTree>
    <p:extLst>
      <p:ext uri="{BB962C8B-B14F-4D97-AF65-F5344CB8AC3E}">
        <p14:creationId xmlns:p14="http://schemas.microsoft.com/office/powerpoint/2010/main" val="92955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05A8-1FAB-4445-85AE-DC15B39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09 /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9EFD7-8A1F-4D23-AAE4-695E61E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共享记忆的提交点保护会话隔离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1C1D7-6936-4FBA-A991-12A04E63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3ACAE-7453-4EBB-9368-8FFB36D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运行中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77F82-3FBA-4A36-B73F-59ADF95D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提示词、未执行计划和新消息只属于当前会话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1911B-C457-4D6C-91CF-D60B8EF4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终态判定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3C34D-BF15-4086-97A9-E0D19B0F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8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先关闭消息接收，再确认任务成功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63A8C-1798-490B-A517-3F24FCDA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共享提交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53CA5-AEFA-4ABF-B2F6-704BB47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只推广已完成的知识，避免跨会话“接手”任务</a:t>
            </a:r>
          </a:p>
        </p:txBody>
      </p:sp>
    </p:spTree>
    <p:extLst>
      <p:ext uri="{BB962C8B-B14F-4D97-AF65-F5344CB8AC3E}">
        <p14:creationId xmlns:p14="http://schemas.microsoft.com/office/powerpoint/2010/main" val="1447306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F40A8-8BE8-48FE-87C1-7664AD5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10 /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10543-87E4-4ED1-A5A3-0EF3E47A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Transaction 与 COW：副作用先留恢复点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29BAE-CC73-4D14-A9A1-E3A31D3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D00C9-9F4D-4724-8730-ABD920C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BEGIN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8FBE6-F143-42E8-8C87-83233AB9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33575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绑定工具上下文与 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02DF4-3DF4-4783-9AED-B2ADCFE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CAPTURE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458F0-09E7-4984-9DC7-A49AD6E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67025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写入目标文件先抓取旧状态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0F20F-2691-40A3-9776-2161698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3C360-68AE-4983-897D-3C21F19E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00475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运行工具，累积结果和失败状态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3D011-FBF1-47F0-95F1-B32656A1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261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COMMIT / ROLLBACK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D6ED8-DF47-42AB-9CFC-692FDC16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33925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成功落 manifest，失败恢复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89EE6-62C6-4CD5-8793-8A92F49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55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75512"/>
                </a:solidFill>
                <a:latin typeface="Microsoft YaHei"/>
                <a:ea typeface="Microsoft YaHei"/>
                <a:cs typeface="Microsoft YaHei"/>
              </a:rPr>
              <a:t>边界：Git 工作区跳过文件快照；远端与进程副作用不在 COW 覆盖内</a:t>
            </a:r>
          </a:p>
        </p:txBody>
      </p:sp>
    </p:spTree>
    <p:extLst>
      <p:ext uri="{BB962C8B-B14F-4D97-AF65-F5344CB8AC3E}">
        <p14:creationId xmlns:p14="http://schemas.microsoft.com/office/powerpoint/2010/main" val="3468870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5A0DF-6861-4AE0-AE26-F1ADC5B8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11 /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78575-189F-4E96-B5D4-E17662AF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工具执行前的权限与策略边界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14D67-983C-48CE-9EC4-95EAF2E3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58D82-BF76-46F1-BBD3-6EF7EBBE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执行路径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CAD44-2E86-4490-8733-FADE84FA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Tool Registry 查找能力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Policy 检查允许、拒绝或询问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Transaction 包住可恢复文件副作用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Audit 留下结构化证据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5704B-341F-4B63-A449-654AA00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信任边界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A4540-5A66-4C75-BDF9-6CB4818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HTTP 默认只绑定 127.0.0.1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启用 auth.key 后校验 Bearer token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敏感内容在选定边界检测/脱敏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托管密钥库仍属待完成设计</a:t>
            </a:r>
          </a:p>
        </p:txBody>
      </p:sp>
    </p:spTree>
    <p:extLst>
      <p:ext uri="{BB962C8B-B14F-4D97-AF65-F5344CB8AC3E}">
        <p14:creationId xmlns:p14="http://schemas.microsoft.com/office/powerpoint/2010/main" val="12912788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53C58-C57E-46E6-B25A-0A42A369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12 /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484F-E463-4243-8E38-A299C3DC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扩展能力：Skills、MCP、插件与 SSH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A0C60-E62D-40D3-830A-B0DFEFE7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27E3-AAA9-4CA7-A565-57284F7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802BE-9233-43CB-A890-1EEDDC1B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本地 SKILL.md，启动或刷新时注册提示技能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12E06-E4DB-4941-B468-C0420BB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122E2-70A6-41D9-8558-1B38330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本地 JSON 连接配置，stdio / HTTP 工具扩展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53187-DDC5-4D7B-A692-67FE9EE7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Plugin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539A1-DDC8-40C2-82F8-B2CBD65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动态库与 wasm3；能力 token 和沙箱边界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C62AA-287A-4DFE-9155-BBFA8A9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SSH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D3FCA-A6A5-4A9A-B768-075288F0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9650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命名环境；OpenSSH askpass 完成密码登录</a:t>
            </a:r>
          </a:p>
        </p:txBody>
      </p:sp>
    </p:spTree>
    <p:extLst>
      <p:ext uri="{BB962C8B-B14F-4D97-AF65-F5344CB8AC3E}">
        <p14:creationId xmlns:p14="http://schemas.microsoft.com/office/powerpoint/2010/main" val="18029656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D95FD-2F09-4AFE-A866-D5F8614F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13 / 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C7A47-A29E-4DBA-8386-ABC8EA71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可观测性：用户进度与后台证据分开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0F23A-BADB-425F-9953-C14F27FC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37156-AAA9-4C3C-B016-4E71ABB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用户看见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14FCB-006F-4D79-86BC-436A21E1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8602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当前阶段与轮次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等待模型还是执行工具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累计模型/工具耗时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结束时的任务摘要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D1F58-6B13-41C7-9B2C-2D017F2D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后台保留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DDA58-0F74-4B07-80A9-60ED0C3C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8602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有界 span trace 与 task journal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结构化审计 JSONL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任务终态可追溯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避免记录原始规划和工具载荷</a:t>
            </a:r>
          </a:p>
        </p:txBody>
      </p:sp>
    </p:spTree>
    <p:extLst>
      <p:ext uri="{BB962C8B-B14F-4D97-AF65-F5344CB8AC3E}">
        <p14:creationId xmlns:p14="http://schemas.microsoft.com/office/powerpoint/2010/main" val="986475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51C9F-4EC0-4FB4-B6E1-80C8B417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14 / PORTABILITY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77580-E75B-4AFB-99EB-ECA6C21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跨平台：统一接口，隔离系统差异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7E90A-8AAA-4A19-8E68-FC15A1F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9FE3E-3CC8-4258-9167-FF9FACF5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统一的上层代码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BBC42-1679-42B0-AB20-D6978FA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scheduler / reasoning / tools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只依赖 os_* 接口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构建支持 Zig、Make、CMake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04A87-CA4A-4129-BA0A-27861BCF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907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各平台实现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8ADF4-059B-4EE5-A6F3-A813425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05075"/>
            <a:ext cx="4857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Windows：Fiber / WinHTTP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Linux：ucontext / socket HTTP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macOS：POSIX + macOS HTTP</a:t>
            </a:r>
          </a:p>
          <a:p xmlns:a="http://schemas.openxmlformats.org/drawingml/2006/main">
            <a:pPr>
              <a:def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五条平台门禁已通过</a:t>
            </a:r>
          </a:p>
        </p:txBody>
      </p:sp>
    </p:spTree>
    <p:extLst>
      <p:ext uri="{BB962C8B-B14F-4D97-AF65-F5344CB8AC3E}">
        <p14:creationId xmlns:p14="http://schemas.microsoft.com/office/powerpoint/2010/main" val="3841045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45C36-54AB-43FA-81B0-0BFC78FA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15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E18C7-56BD-47DF-A3CA-88E70BD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验证证据与指标含义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7E650-4A86-4634-AC70-17AE9AAA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7BBD-246C-4A49-8D09-93727DD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2,428 /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5DB2-5FCA-4B45-BD52-87F7D20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Windows 单元测试通过 / 失败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6FA6D-C235-4EAA-9289-4695A9C6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91 /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9EDF-3556-4362-9909-4A64C58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146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场景测试通过 / 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B129C-8B1D-4485-8F13-A25AA405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433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95.4%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245A4-49B8-498D-945C-ED5D5348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首方函数覆盖 1,190 / 1,248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A7B00-3182-4F57-8D2C-E182B522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433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96.4%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2E395-A628-4A54-8EFC-10AA1CA0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2437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REST 函数覆盖 132 / 137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9C0E0-0DEF-4BA7-8095-003382E7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口径：Windows 单元测试的函数覆盖；不是行、分支或线上覆盖</a:t>
            </a:r>
          </a:p>
        </p:txBody>
      </p:sp>
    </p:spTree>
    <p:extLst>
      <p:ext uri="{BB962C8B-B14F-4D97-AF65-F5344CB8AC3E}">
        <p14:creationId xmlns:p14="http://schemas.microsoft.com/office/powerpoint/2010/main" val="2053547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E0D80-B789-43EE-9E1D-F1DB1356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16 /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96201-C4D0-4CB9-BA3B-86BC651F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真实缺陷案例：覆盖率提升带来什么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39A0B-D587-42CE-971E-4D2CDBA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88361-6CBE-452D-B352-C6AFA81B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6692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50 / 137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3D2A4-98B3-434A-8259-FE12D9F7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旧：REST 函数触达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D21C4-23F8-4E8C-8C60-9A765389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6692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132 / 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D62C6-3DB5-43B1-8454-4B488F85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9082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新：真实 HTTP 合约测试后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2883C-31E5-4013-B22E-8109C76C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576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发现并修复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F2308-7779-4DCE-80A0-D4D01640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57700"/>
            <a:ext cx="1033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查询参数遗漏 · 非法 JSON · IM use-after-free · 安装接口漏鉴权</a:t>
            </a:r>
          </a:p>
        </p:txBody>
      </p:sp>
    </p:spTree>
    <p:extLst>
      <p:ext uri="{BB962C8B-B14F-4D97-AF65-F5344CB8AC3E}">
        <p14:creationId xmlns:p14="http://schemas.microsoft.com/office/powerpoint/2010/main" val="11628986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C47DF-855B-442C-850D-9AB47EC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17 /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18416-FE5B-4226-8EC4-C8CDA13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架构边界：哪些还不能宣称完成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A9D04-360C-4BF0-9226-F33CC4B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F84C9-5509-4AE8-B69B-D913828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33575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E9C"/>
                </a:solidFill>
                <a:latin typeface="Microsoft YaHei"/>
                <a:ea typeface="Microsoft YaHei"/>
                <a:cs typeface="Microsoft YaHei"/>
              </a:rPr>
              <a:t>已验证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1ACC-00C6-4C32-AB4B-A94808A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33575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单机运行时、Agent/LLM、事务、记忆、扩展能力、跨平台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CFA1C-2406-45FA-8DDB-960D193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95600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部分实现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D60A5-2FDE-4470-96A7-EE1FA6A8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企业分布式控制面、跨节点恢复、先进执行后端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1F082-E7B1-4C40-BEC6-F78D04B8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明确边界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F598D-928E-4DDC-AC79-B434225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57625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Git 工作区不自动 COW；外部副作用需幂等/补偿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1E83D-481B-4A52-9FA5-063ED3B1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19650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后续重点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B28FA-0FD5-402B-BABE-AB1FEA6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1965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密钥 broker、生产级长期测试、延迟与资源配额</a:t>
            </a:r>
          </a:p>
        </p:txBody>
      </p:sp>
    </p:spTree>
    <p:extLst>
      <p:ext uri="{BB962C8B-B14F-4D97-AF65-F5344CB8AC3E}">
        <p14:creationId xmlns:p14="http://schemas.microsoft.com/office/powerpoint/2010/main" val="2457874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58099-A91B-46EE-9420-937DB3D0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18 /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1B45-0E25-4B08-87FC-AC28FBC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现场演示：五分钟走完整条链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2DE35-77ED-4AAB-848A-2BBE7E2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11F3F-8A32-4A2F-BCFF-0B93B8D1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 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9A39-92E4-41AC-8DD3-872FB93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4785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CLI 或 POST /v1/tasks 发起可验证任务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F9855-152F-4D84-A680-01E0956A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2 过程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486A6-D39A-4A02-A9BC-82564409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观察轮次、模型等待与工具执行进度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67E24-4EFB-44A7-B765-BE01662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3 转向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39CD7-DD2E-4A50-A56B-886264F1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2425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POST /v1/tasks/{id}/messages 补充约束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03B95-C1D1-4F59-BB5C-2403198A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4 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4C022-2224-4335-BB15-BB2290D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6245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GET /v1/tasks/{id}、/v1/trace、journal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F3A68-F813-4C88-A126-CFA1269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5 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83D15-E33D-4151-83A5-8DD2400F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0065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非 Git 测试目录演示 snapshot 选择性回滚</a:t>
            </a:r>
          </a:p>
        </p:txBody>
      </p:sp>
    </p:spTree>
    <p:extLst>
      <p:ext uri="{BB962C8B-B14F-4D97-AF65-F5344CB8AC3E}">
        <p14:creationId xmlns:p14="http://schemas.microsoft.com/office/powerpoint/2010/main" val="2072498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FAB5C-55E0-4D63-9DF6-55E6133F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19 /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16C87-8CB6-492F-BB20-D6010A3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面试追问与回答抓手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CFAFD-818B-4390-A552-FE311D9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38097-402A-42B8-9C0A-9A3BB730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为何 C11？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6A81C-6071-4BD8-B7F2-625B8C37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66900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贴近 OS、低依赖；用 ASAN 与测试弥补风险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B102-7451-4D14-AC04-29D80AB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M:N 的局限？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F7FD7-7020-4F36-BD9A-EB6F4D4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695575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协作式让出，阻塞 I/O 仍占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877CB-8DDE-4610-8B28-8E30A07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回滚边界？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0D90B-4601-42C2-9CB0-A20538EB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24250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文件 COW 有边界，外部动作需补偿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CB0D1-72FE-4EEF-964D-CAC5D52F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如何隔离会话？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AE1B1-BB88-4AC6-98F2-302A903B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352925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会话串行，终态才共享记忆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E219C-E1E7-46C8-8338-8C57DED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333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4D0"/>
                </a:solidFill>
                <a:latin typeface="Microsoft YaHei"/>
                <a:ea typeface="Microsoft YaHei"/>
                <a:cs typeface="Microsoft YaHei"/>
              </a:rPr>
              <a:t>覆盖率意味着？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DC33-5903-4C9F-85ED-A59C0757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181600"/>
            <a:ext cx="709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8"/>
                </a:solidFill>
                <a:latin typeface="Microsoft YaHei"/>
                <a:ea typeface="Microsoft YaHei"/>
                <a:cs typeface="Microsoft YaHei"/>
              </a:rPr>
              <a:t>函数触达证据，不等于线上正确率</a:t>
            </a:r>
          </a:p>
        </p:txBody>
      </p:sp>
    </p:spTree>
    <p:extLst>
      <p:ext uri="{BB962C8B-B14F-4D97-AF65-F5344CB8AC3E}">
        <p14:creationId xmlns:p14="http://schemas.microsoft.com/office/powerpoint/2010/main" val="1009819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2026-09-27T14:35:26.1900000Z</dcterms:created>
  <dcterms:modified xsi:type="dcterms:W3CDTF">2026-09-27T14:35:26.1900000Z</dcterms:modified>
</coreProperties>
</file>